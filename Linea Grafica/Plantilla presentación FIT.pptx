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6" r:id="rId4"/>
    <p:sldId id="259" r:id="rId5"/>
    <p:sldId id="260" r:id="rId6"/>
  </p:sldIdLst>
  <p:sldSz cx="12192000" cy="6858000"/>
  <p:notesSz cx="6858000" cy="9144000"/>
  <p:defaultTextStyle>
    <a:defPPr>
      <a:defRPr lang="en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FF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B049C-119E-FD26-F612-40A6CF61F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8C604-5CE7-6F72-D5D7-A843E4218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2E082-46D9-5F05-F906-D6F5495BF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0131-1F4E-CC4F-B8C5-700153C12766}" type="datetimeFigureOut">
              <a:rPr lang="en-GT" smtClean="0"/>
              <a:t>08/19/2026</a:t>
            </a:fld>
            <a:endParaRPr lang="en-G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4CC3C-9429-6156-E558-DDBBA0DF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42BD8-FEA5-A948-044C-9006369B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4ADA-512C-FC4F-8D86-AB52BABB978F}" type="slidenum">
              <a:rPr lang="en-GT" smtClean="0"/>
              <a:t>‹Nº›</a:t>
            </a:fld>
            <a:endParaRPr lang="en-GT"/>
          </a:p>
        </p:txBody>
      </p:sp>
    </p:spTree>
    <p:extLst>
      <p:ext uri="{BB962C8B-B14F-4D97-AF65-F5344CB8AC3E}">
        <p14:creationId xmlns:p14="http://schemas.microsoft.com/office/powerpoint/2010/main" val="2106070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A1214-6501-A762-F795-9811676F0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DF080-D452-3387-6550-4787C6146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11363-4B2C-9DE4-DE89-697D29EF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0131-1F4E-CC4F-B8C5-700153C12766}" type="datetimeFigureOut">
              <a:rPr lang="en-GT" smtClean="0"/>
              <a:t>08/19/2026</a:t>
            </a:fld>
            <a:endParaRPr lang="en-G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6FD1-81C7-9EC3-CC7D-99EFF81FB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88FB9-3AFE-5B09-86BF-C08A3716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4ADA-512C-FC4F-8D86-AB52BABB978F}" type="slidenum">
              <a:rPr lang="en-GT" smtClean="0"/>
              <a:t>‹Nº›</a:t>
            </a:fld>
            <a:endParaRPr lang="en-GT"/>
          </a:p>
        </p:txBody>
      </p:sp>
    </p:spTree>
    <p:extLst>
      <p:ext uri="{BB962C8B-B14F-4D97-AF65-F5344CB8AC3E}">
        <p14:creationId xmlns:p14="http://schemas.microsoft.com/office/powerpoint/2010/main" val="254056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D5FC-7588-389D-4512-8A7B1534B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D70A0-EAA2-4BD4-C568-738CF0B94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6B000-A70A-1D9E-08E5-C1C7ED7B2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0131-1F4E-CC4F-B8C5-700153C12766}" type="datetimeFigureOut">
              <a:rPr lang="en-GT" smtClean="0"/>
              <a:t>08/19/2026</a:t>
            </a:fld>
            <a:endParaRPr lang="en-G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40D29-C119-1BD9-32FF-C48C40F4B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51300-D02E-DFB4-FF0F-CFCB4C6D0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4ADA-512C-FC4F-8D86-AB52BABB978F}" type="slidenum">
              <a:rPr lang="en-GT" smtClean="0"/>
              <a:t>‹Nº›</a:t>
            </a:fld>
            <a:endParaRPr lang="en-GT"/>
          </a:p>
        </p:txBody>
      </p:sp>
    </p:spTree>
    <p:extLst>
      <p:ext uri="{BB962C8B-B14F-4D97-AF65-F5344CB8AC3E}">
        <p14:creationId xmlns:p14="http://schemas.microsoft.com/office/powerpoint/2010/main" val="1903827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9BE28-2C13-A347-82D3-BDA535290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D376A-1D98-D13F-FF3F-DD797F393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A6D24-AC28-112D-6FD2-2ABDFAB74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4124B-315C-494C-906F-56F603669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0131-1F4E-CC4F-B8C5-700153C12766}" type="datetimeFigureOut">
              <a:rPr lang="en-GT" smtClean="0"/>
              <a:t>08/19/2026</a:t>
            </a:fld>
            <a:endParaRPr lang="en-G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418BD-E784-6165-89CD-613823FD7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BB587-3010-40F2-6F6D-883C839B9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4ADA-512C-FC4F-8D86-AB52BABB978F}" type="slidenum">
              <a:rPr lang="en-GT" smtClean="0"/>
              <a:t>‹Nº›</a:t>
            </a:fld>
            <a:endParaRPr lang="en-GT"/>
          </a:p>
        </p:txBody>
      </p:sp>
    </p:spTree>
    <p:extLst>
      <p:ext uri="{BB962C8B-B14F-4D97-AF65-F5344CB8AC3E}">
        <p14:creationId xmlns:p14="http://schemas.microsoft.com/office/powerpoint/2010/main" val="2440442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1219-53F7-2D68-6F64-D850DB9F0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31D96-E678-5741-D29C-4E6B89AB1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ADA18-55B0-4EBD-5D4F-929304B31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27E8CA-517B-A2F0-F0D9-B3FDF10B6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C929C9-64B5-0B7E-80C5-8FEE6E29C3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525AE0-21C0-1767-D47D-A63623BC8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0131-1F4E-CC4F-B8C5-700153C12766}" type="datetimeFigureOut">
              <a:rPr lang="en-GT" smtClean="0"/>
              <a:t>08/19/2026</a:t>
            </a:fld>
            <a:endParaRPr lang="en-G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94C669-A6DF-9B75-FD13-239A3B8D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F59ABB-A8C3-74B4-2215-C5680642C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4ADA-512C-FC4F-8D86-AB52BABB978F}" type="slidenum">
              <a:rPr lang="en-GT" smtClean="0"/>
              <a:t>‹Nº›</a:t>
            </a:fld>
            <a:endParaRPr lang="en-GT"/>
          </a:p>
        </p:txBody>
      </p:sp>
    </p:spTree>
    <p:extLst>
      <p:ext uri="{BB962C8B-B14F-4D97-AF65-F5344CB8AC3E}">
        <p14:creationId xmlns:p14="http://schemas.microsoft.com/office/powerpoint/2010/main" val="771995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79B2B-8842-3394-5404-3344F006B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3F8ADC-4211-8CC9-8B71-B3E81553D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0131-1F4E-CC4F-B8C5-700153C12766}" type="datetimeFigureOut">
              <a:rPr lang="en-GT" smtClean="0"/>
              <a:t>08/19/2026</a:t>
            </a:fld>
            <a:endParaRPr lang="en-G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86A589-8E08-AB0E-9B6B-EC9034998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2A376C-0664-361B-07C5-D028826E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4ADA-512C-FC4F-8D86-AB52BABB978F}" type="slidenum">
              <a:rPr lang="en-GT" smtClean="0"/>
              <a:t>‹Nº›</a:t>
            </a:fld>
            <a:endParaRPr lang="en-GT"/>
          </a:p>
        </p:txBody>
      </p:sp>
    </p:spTree>
    <p:extLst>
      <p:ext uri="{BB962C8B-B14F-4D97-AF65-F5344CB8AC3E}">
        <p14:creationId xmlns:p14="http://schemas.microsoft.com/office/powerpoint/2010/main" val="870564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4A4E76-FDBB-8F9C-FAD2-7146659CA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0131-1F4E-CC4F-B8C5-700153C12766}" type="datetimeFigureOut">
              <a:rPr lang="en-GT" smtClean="0"/>
              <a:t>08/19/2026</a:t>
            </a:fld>
            <a:endParaRPr lang="en-G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E5B97-84EC-B1A4-C52A-D1BC9A63E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475CB-542F-F707-7A2A-73455927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4ADA-512C-FC4F-8D86-AB52BABB978F}" type="slidenum">
              <a:rPr lang="en-GT" smtClean="0"/>
              <a:t>‹Nº›</a:t>
            </a:fld>
            <a:endParaRPr lang="en-GT"/>
          </a:p>
        </p:txBody>
      </p:sp>
    </p:spTree>
    <p:extLst>
      <p:ext uri="{BB962C8B-B14F-4D97-AF65-F5344CB8AC3E}">
        <p14:creationId xmlns:p14="http://schemas.microsoft.com/office/powerpoint/2010/main" val="568406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9C4E-F788-7187-44F9-E18F4FFEA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2A211-716B-1EAB-AAFE-2385A8AF8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4BEFEF-5EBC-CEE7-A37F-5264AAB19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76EAF-829F-8123-00BA-154B7D7A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0131-1F4E-CC4F-B8C5-700153C12766}" type="datetimeFigureOut">
              <a:rPr lang="en-GT" smtClean="0"/>
              <a:t>08/19/2026</a:t>
            </a:fld>
            <a:endParaRPr lang="en-G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55E43-FAD4-256B-7DCA-163BE1D43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DD2B5-A418-DCA9-BF35-49EFF1AC2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4ADA-512C-FC4F-8D86-AB52BABB978F}" type="slidenum">
              <a:rPr lang="en-GT" smtClean="0"/>
              <a:t>‹Nº›</a:t>
            </a:fld>
            <a:endParaRPr lang="en-GT"/>
          </a:p>
        </p:txBody>
      </p:sp>
    </p:spTree>
    <p:extLst>
      <p:ext uri="{BB962C8B-B14F-4D97-AF65-F5344CB8AC3E}">
        <p14:creationId xmlns:p14="http://schemas.microsoft.com/office/powerpoint/2010/main" val="260344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35821-B76D-6CC0-5573-FF44487AA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5042BA-1D9F-896E-D476-5116CEE8D2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0461F1-86B0-EBD9-906C-B633B83CD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AC142-5C7C-683D-22C6-05BC8DC9C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0131-1F4E-CC4F-B8C5-700153C12766}" type="datetimeFigureOut">
              <a:rPr lang="en-GT" smtClean="0"/>
              <a:t>08/19/2026</a:t>
            </a:fld>
            <a:endParaRPr lang="en-G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4FFED-6F70-D20C-6969-D20E48338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2DB1B-46BF-A3D6-8408-4EF85D968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4ADA-512C-FC4F-8D86-AB52BABB978F}" type="slidenum">
              <a:rPr lang="en-GT" smtClean="0"/>
              <a:t>‹Nº›</a:t>
            </a:fld>
            <a:endParaRPr lang="en-GT"/>
          </a:p>
        </p:txBody>
      </p:sp>
    </p:spTree>
    <p:extLst>
      <p:ext uri="{BB962C8B-B14F-4D97-AF65-F5344CB8AC3E}">
        <p14:creationId xmlns:p14="http://schemas.microsoft.com/office/powerpoint/2010/main" val="405705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B0DB6-B3C9-E2E6-0604-180D816EB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67B8F-FAD5-54A2-3146-57A338292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6BBC1-5B57-5B9A-8C57-01F920E83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0131-1F4E-CC4F-B8C5-700153C12766}" type="datetimeFigureOut">
              <a:rPr lang="en-GT" smtClean="0"/>
              <a:t>08/19/2026</a:t>
            </a:fld>
            <a:endParaRPr lang="en-G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2BBEE-943D-E116-1F1B-818BAFCCC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4BE25-266F-DA42-C45D-0D806752C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4ADA-512C-FC4F-8D86-AB52BABB978F}" type="slidenum">
              <a:rPr lang="en-GT" smtClean="0"/>
              <a:t>‹Nº›</a:t>
            </a:fld>
            <a:endParaRPr lang="en-GT"/>
          </a:p>
        </p:txBody>
      </p:sp>
    </p:spTree>
    <p:extLst>
      <p:ext uri="{BB962C8B-B14F-4D97-AF65-F5344CB8AC3E}">
        <p14:creationId xmlns:p14="http://schemas.microsoft.com/office/powerpoint/2010/main" val="3988979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EE1AC8-19FA-3C29-7943-2A7A49607E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BA25D-EDBC-C014-B0AC-A597AAF9C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7BEFB-6E39-ADD6-43A6-A0F655FB7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0131-1F4E-CC4F-B8C5-700153C12766}" type="datetimeFigureOut">
              <a:rPr lang="en-GT" smtClean="0"/>
              <a:t>08/19/2026</a:t>
            </a:fld>
            <a:endParaRPr lang="en-G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00FF2-7398-D76B-761E-8E5FB5DED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004D1-871D-122B-AF86-A8527F99B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4ADA-512C-FC4F-8D86-AB52BABB978F}" type="slidenum">
              <a:rPr lang="en-GT" smtClean="0"/>
              <a:t>‹Nº›</a:t>
            </a:fld>
            <a:endParaRPr lang="en-GT"/>
          </a:p>
        </p:txBody>
      </p:sp>
    </p:spTree>
    <p:extLst>
      <p:ext uri="{BB962C8B-B14F-4D97-AF65-F5344CB8AC3E}">
        <p14:creationId xmlns:p14="http://schemas.microsoft.com/office/powerpoint/2010/main" val="271573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9B41B4-4DA6-5C86-E05E-D4F8EEA97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09E80-6E73-57C4-7C4D-4AFB0003B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90A3D-19C5-FBB2-2BEA-A4334522C2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280131-1F4E-CC4F-B8C5-700153C12766}" type="datetimeFigureOut">
              <a:rPr lang="en-GT" smtClean="0"/>
              <a:t>08/19/2026</a:t>
            </a:fld>
            <a:endParaRPr lang="en-G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495FB-30ED-A110-87DD-00AED7E617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6D43D-1E54-4625-69B9-8FA55AD863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474ADA-512C-FC4F-8D86-AB52BABB978F}" type="slidenum">
              <a:rPr lang="en-GT" smtClean="0"/>
              <a:t>‹Nº›</a:t>
            </a:fld>
            <a:endParaRPr lang="en-GT"/>
          </a:p>
        </p:txBody>
      </p:sp>
    </p:spTree>
    <p:extLst>
      <p:ext uri="{BB962C8B-B14F-4D97-AF65-F5344CB8AC3E}">
        <p14:creationId xmlns:p14="http://schemas.microsoft.com/office/powerpoint/2010/main" val="4245769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314B6-5CF8-E60A-A389-041657361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62EBBF-2B1E-A8FC-C684-2638FF8D4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30097"/>
            <a:ext cx="12155132" cy="8279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F97B8B-F4B9-587B-50CC-F8ABF59B2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165" y="1066856"/>
            <a:ext cx="3565829" cy="23621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D6E157-9871-78F8-8938-4DFF1225B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973" y="1704244"/>
            <a:ext cx="1448144" cy="16258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4F1D37-A564-3977-3DE9-5F03B0CB85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658" y="3469317"/>
            <a:ext cx="1391038" cy="16258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9EE229-F1F0-45C8-6514-DCB7B08A68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4404" y="4160200"/>
            <a:ext cx="1394838" cy="16258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6B4C78-946F-30B5-D4C9-98799F6734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3986" y="3821575"/>
            <a:ext cx="1394839" cy="16258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58D1B0-DF4D-0F95-CEFE-92EC559907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7755" y="4160200"/>
            <a:ext cx="1394839" cy="16258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BC530BB-2D72-3921-9AAD-EAE7FC685E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7115" y="3008659"/>
            <a:ext cx="1394840" cy="16258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6A5812F-4B7E-9860-365F-BE6DDC934F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0577" y="1216602"/>
            <a:ext cx="1415233" cy="164960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C1A269-4C93-2EDA-82BD-AC675D79CF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20156" y="1167094"/>
            <a:ext cx="527287" cy="5494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7CB4B65-1436-6D6E-72B0-3FC9B06126B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75174" y="1167094"/>
            <a:ext cx="905720" cy="104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22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7037E-7 L -0.00065 -0.09745 " pathEditMode="relative" rAng="0" ptsTypes="AA">
                                      <p:cBhvr>
                                        <p:cTn id="6" dur="6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488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utoRev="1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animMotion origin="layout" path="M -1.04167E-6 4.44444E-6 L -1.04167E-6 0.09259 " pathEditMode="relative" rAng="0" ptsTypes="AA">
                                      <p:cBhvr>
                                        <p:cTn id="12" dur="6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3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48148E-6 L -0.00065 -0.09745 " pathEditMode="relative" rAng="0" ptsTypes="AA">
                                      <p:cBhvr>
                                        <p:cTn id="14" dur="6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488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path" presetSubtype="0" repeatCount="indefinite" autoRev="1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animMotion origin="layout" path="M -2.29167E-6 -4.44444E-6 L -2.29167E-6 0.0926 " pathEditMode="relative" rAng="0" ptsTypes="AA">
                                      <p:cBhvr>
                                        <p:cTn id="20" dur="6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3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48148E-6 L -0.00065 -0.09745 " pathEditMode="relative" rAng="0" ptsTypes="AA">
                                      <p:cBhvr>
                                        <p:cTn id="22" dur="6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488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path" presetSubtype="0" repeatCount="indefinite" autoRev="1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animMotion origin="layout" path="M -0.01419 -0.00973 L -0.01419 0.08287 " pathEditMode="relative" rAng="0" ptsTypes="AA">
                                      <p:cBhvr>
                                        <p:cTn id="28" dur="6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3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0065 -0.09745 " pathEditMode="relative" rAng="0" ptsTypes="AA">
                                      <p:cBhvr>
                                        <p:cTn id="30" dur="6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4884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5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40" dur="5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4543E8-1813-F207-2314-64235F1C2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72B948-6E9C-AB0A-CE12-224900087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30097"/>
            <a:ext cx="12155132" cy="8279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DC5B75-34A3-D158-301D-9461A5B4B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626" y="1497320"/>
            <a:ext cx="5176326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7BB74D-0540-DC44-BF9A-6F1B3AC25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8724" y="161181"/>
            <a:ext cx="1486758" cy="14292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E4E8CD-FC07-4431-8283-274F739098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996" y="3429000"/>
            <a:ext cx="926242" cy="9364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284743-B4C5-D7E8-115F-86450F6005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7488" y="0"/>
            <a:ext cx="901701" cy="9396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A41268-0252-A0B1-243F-F075AD4FDC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569" y="4119946"/>
            <a:ext cx="719534" cy="80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0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utoRev="1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animMotion origin="layout" path="M -1.875E-6 2.22222E-6 L -1.875E-6 0.09259 " pathEditMode="relative" rAng="0" ptsTypes="AA">
                                      <p:cBhvr>
                                        <p:cTn id="10" dur="6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3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2.96296E-6 L -0.00065 -0.09746 " pathEditMode="relative" rAng="0" ptsTypes="AA">
                                      <p:cBhvr>
                                        <p:cTn id="12" dur="6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488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2DAB752-6C51-8389-4D46-67FB6593E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75332" y="5785127"/>
            <a:ext cx="12194386" cy="1033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AE636A-529B-2AD1-2F3C-C23E32FBA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07" y="568412"/>
            <a:ext cx="2144802" cy="14208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22F59E-99CD-8FC3-983E-8E3602F0E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50" y="620051"/>
            <a:ext cx="10978499" cy="5793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CDDB33-5587-C5A9-203D-07A0BFF1A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9102" y="860373"/>
            <a:ext cx="1486758" cy="14292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371434-E8B5-EA0C-FEE8-FB1B17D73D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488" y="5196651"/>
            <a:ext cx="926242" cy="9364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E631C6-7B44-EA3C-7A44-AB7BC5AD88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514011">
            <a:off x="2785616" y="393358"/>
            <a:ext cx="350108" cy="35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utoRev="1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animMotion origin="layout" path="M -2.70833E-6 3.7037E-7 L -2.70833E-6 0.09259 " pathEditMode="relative" rAng="0" ptsTypes="AA">
                                      <p:cBhvr>
                                        <p:cTn id="10" dur="6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3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48148E-6 L -0.00065 -0.09745 " pathEditMode="relative" rAng="0" ptsTypes="AA">
                                      <p:cBhvr>
                                        <p:cTn id="12" dur="6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4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9D474E-FE2E-FA56-49A5-61E489DE1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34E2412-F765-8168-C8B2-B9E75169E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75332" y="5785127"/>
            <a:ext cx="12194386" cy="1033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D00432-8367-9D5F-C2EA-32896D1AD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07" y="568412"/>
            <a:ext cx="2144802" cy="14208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82B64D-E884-023B-2B47-CC7A6BC4F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514011">
            <a:off x="2785616" y="393358"/>
            <a:ext cx="350108" cy="3501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7399CD-DAD5-E0DA-05CC-5B68DD73171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3000"/>
          </a:blip>
          <a:stretch>
            <a:fillRect/>
          </a:stretch>
        </p:blipFill>
        <p:spPr>
          <a:xfrm>
            <a:off x="10086717" y="-1885173"/>
            <a:ext cx="4210565" cy="42105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FA2114-1F58-1CAC-D825-A3FB451AF4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812" y="5448948"/>
            <a:ext cx="646425" cy="54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8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9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0497E1-01F2-73EA-3E87-8D5D0BC09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EFF9FB1-A075-64F8-4EB7-1F30B8223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6" y="22722"/>
            <a:ext cx="12194386" cy="7115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A8036-7824-0EE3-2629-CD4026D3B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863" y="870236"/>
            <a:ext cx="3989782" cy="26429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15989E-6746-F15B-CFD5-56C1BB8D3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71" y="1721895"/>
            <a:ext cx="901701" cy="9396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087BF7-13B1-EAFA-B4C7-4F77BF57F5DE}"/>
              </a:ext>
            </a:extLst>
          </p:cNvPr>
          <p:cNvSpPr txBox="1"/>
          <p:nvPr/>
        </p:nvSpPr>
        <p:spPr>
          <a:xfrm>
            <a:off x="4468667" y="3980218"/>
            <a:ext cx="40973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T" sz="6000" dirty="0">
                <a:solidFill>
                  <a:srgbClr val="23FF30"/>
                </a:solidFill>
                <a:latin typeface="LT Binary Neue" panose="02000009000000000000" pitchFamily="49" charset="0"/>
              </a:rPr>
              <a:t>¡Gracias!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69F093-FAF5-0F09-2E1E-5BC91DAA0916}"/>
              </a:ext>
            </a:extLst>
          </p:cNvPr>
          <p:cNvSpPr txBox="1"/>
          <p:nvPr/>
        </p:nvSpPr>
        <p:spPr>
          <a:xfrm>
            <a:off x="4270427" y="4941228"/>
            <a:ext cx="4493795" cy="71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3FF30"/>
                </a:solidFill>
                <a:latin typeface="LT Binary Neue" panose="02000009000000000000" pitchFamily="49" charset="0"/>
              </a:rPr>
              <a:t>P</a:t>
            </a:r>
            <a:r>
              <a:rPr lang="en-GT" sz="4000" dirty="0">
                <a:solidFill>
                  <a:srgbClr val="23FF30"/>
                </a:solidFill>
                <a:latin typeface="LT Binary Neue" panose="02000009000000000000" pitchFamily="49" charset="0"/>
              </a:rPr>
              <a:t>or su atención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BDC817-C210-1496-6E21-2DCC2BA4D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1675" y="4183866"/>
            <a:ext cx="1769632" cy="16240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787714-7DC5-D6F7-4FAD-A968DD787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2386" y="6226986"/>
            <a:ext cx="12194386" cy="5771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F26D68-3D8A-A172-67B4-A6B9A4EAAF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7614" y="734310"/>
            <a:ext cx="795635" cy="71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50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42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2.22222E-6 L -0.00065 -0.09745 " pathEditMode="relative" rAng="0" ptsTypes="AA">
                                      <p:cBhvr>
                                        <p:cTn id="11" dur="6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4884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utoRev="1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animMotion origin="layout" path="M -3.125E-6 2.22222E-6 L -3.125E-6 0.09259 " pathEditMode="relative" rAng="0" ptsTypes="AA">
                                      <p:cBhvr>
                                        <p:cTn id="17" dur="6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7</Words>
  <Application>Microsoft Office PowerPoint</Application>
  <PresentationFormat>Panorámica</PresentationFormat>
  <Paragraphs>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LT Binary Neue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Lesli Azucena Hidalgo Rodriguez</dc:creator>
  <cp:lastModifiedBy>Pablo Jose L?pez Mazariegos</cp:lastModifiedBy>
  <cp:revision>7</cp:revision>
  <dcterms:created xsi:type="dcterms:W3CDTF">2026-07-23T18:03:14Z</dcterms:created>
  <dcterms:modified xsi:type="dcterms:W3CDTF">2026-08-20T02:43:22Z</dcterms:modified>
</cp:coreProperties>
</file>